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37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EA5C62-DDB9-49ED-87BE-2EAF40BD82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tags" Target="../tags/tag5.xml"/><Relationship Id="rId3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9.xml"/><Relationship Id="rId7" Type="http://schemas.openxmlformats.org/officeDocument/2006/relationships/image" Target="../media/image10.png"/><Relationship Id="rId6" Type="http://schemas.openxmlformats.org/officeDocument/2006/relationships/tags" Target="../tags/tag8.xml"/><Relationship Id="rId5" Type="http://schemas.openxmlformats.org/officeDocument/2006/relationships/image" Target="../media/image9.png"/><Relationship Id="rId4" Type="http://schemas.openxmlformats.org/officeDocument/2006/relationships/tags" Target="../tags/tag7.xml"/><Relationship Id="rId3" Type="http://schemas.openxmlformats.org/officeDocument/2006/relationships/image" Target="../media/image8.png"/><Relationship Id="rId2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10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tags" Target="../tags/tag1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15.xml"/><Relationship Id="rId7" Type="http://schemas.openxmlformats.org/officeDocument/2006/relationships/image" Target="../media/image16.png"/><Relationship Id="rId6" Type="http://schemas.openxmlformats.org/officeDocument/2006/relationships/tags" Target="../tags/tag14.xml"/><Relationship Id="rId5" Type="http://schemas.openxmlformats.org/officeDocument/2006/relationships/image" Target="../media/image15.png"/><Relationship Id="rId4" Type="http://schemas.openxmlformats.org/officeDocument/2006/relationships/tags" Target="../tags/tag13.xml"/><Relationship Id="rId3" Type="http://schemas.openxmlformats.org/officeDocument/2006/relationships/image" Target="../media/image14.png"/><Relationship Id="rId2" Type="http://schemas.openxmlformats.org/officeDocument/2006/relationships/tags" Target="../tags/tag1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tags" Target="../tags/tag18.xml"/><Relationship Id="rId5" Type="http://schemas.openxmlformats.org/officeDocument/2006/relationships/image" Target="../media/image19.png"/><Relationship Id="rId4" Type="http://schemas.openxmlformats.org/officeDocument/2006/relationships/tags" Target="../tags/tag17.xml"/><Relationship Id="rId3" Type="http://schemas.openxmlformats.org/officeDocument/2006/relationships/image" Target="../media/image18.png"/><Relationship Id="rId2" Type="http://schemas.openxmlformats.org/officeDocument/2006/relationships/tags" Target="../tags/tag16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tags" Target="../tags/tag20.xml"/><Relationship Id="rId3" Type="http://schemas.openxmlformats.org/officeDocument/2006/relationships/image" Target="../media/image21.png"/><Relationship Id="rId2" Type="http://schemas.openxmlformats.org/officeDocument/2006/relationships/tags" Target="../tags/tag19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tags" Target="../tags/tag22.xml"/><Relationship Id="rId3" Type="http://schemas.openxmlformats.org/officeDocument/2006/relationships/image" Target="../media/image23.png"/><Relationship Id="rId2" Type="http://schemas.openxmlformats.org/officeDocument/2006/relationships/tags" Target="../tags/tag21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6" Type="http://schemas.openxmlformats.org/officeDocument/2006/relationships/tags" Target="../tags/tag25.xml"/><Relationship Id="rId5" Type="http://schemas.openxmlformats.org/officeDocument/2006/relationships/image" Target="../media/image26.png"/><Relationship Id="rId4" Type="http://schemas.openxmlformats.org/officeDocument/2006/relationships/tags" Target="../tags/tag24.xml"/><Relationship Id="rId3" Type="http://schemas.openxmlformats.org/officeDocument/2006/relationships/image" Target="../media/image25.png"/><Relationship Id="rId2" Type="http://schemas.openxmlformats.org/officeDocument/2006/relationships/tags" Target="../tags/tag23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tags" Target="../tags/tag26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tags" Target="../tags/tag27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tags" Target="../tags/tag28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tags" Target="../tags/tag30.xml"/><Relationship Id="rId3" Type="http://schemas.openxmlformats.org/officeDocument/2006/relationships/image" Target="../media/image31.png"/><Relationship Id="rId2" Type="http://schemas.openxmlformats.org/officeDocument/2006/relationships/tags" Target="../tags/tag29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5.png"/><Relationship Id="rId6" Type="http://schemas.openxmlformats.org/officeDocument/2006/relationships/tags" Target="../tags/tag33.xml"/><Relationship Id="rId5" Type="http://schemas.openxmlformats.org/officeDocument/2006/relationships/image" Target="../media/image34.png"/><Relationship Id="rId4" Type="http://schemas.openxmlformats.org/officeDocument/2006/relationships/tags" Target="../tags/tag32.xml"/><Relationship Id="rId3" Type="http://schemas.openxmlformats.org/officeDocument/2006/relationships/image" Target="../media/image33.png"/><Relationship Id="rId2" Type="http://schemas.openxmlformats.org/officeDocument/2006/relationships/tags" Target="../tags/tag31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tags" Target="../tags/tag35.xml"/><Relationship Id="rId3" Type="http://schemas.openxmlformats.org/officeDocument/2006/relationships/image" Target="../media/image36.png"/><Relationship Id="rId2" Type="http://schemas.openxmlformats.org/officeDocument/2006/relationships/tags" Target="../tags/tag34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tags" Target="../tags/tag36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3505" y="1723073"/>
            <a:ext cx="9144000" cy="109832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Jinkens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持续集成接口测试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34593" y="4607878"/>
            <a:ext cx="5442857" cy="617265"/>
          </a:xfrm>
        </p:spPr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决战京城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2023.1.9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792" y="-59690"/>
            <a:ext cx="10515600" cy="973818"/>
          </a:xfrm>
        </p:spPr>
        <p:txBody>
          <a:bodyPr/>
          <a:lstStyle/>
          <a:p>
            <a:pPr algn="l"/>
            <a:r>
              <a:rPr lang="en-US" altLang="zh-CN" sz="3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</a:t>
            </a:r>
            <a:r>
              <a:rPr lang="zh-CN" altLang="en-US" sz="3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895" y="1019810"/>
            <a:ext cx="10515600" cy="5718810"/>
          </a:xfrm>
          <a:noFill/>
          <a:ln>
            <a:noFill/>
          </a:ln>
        </p:spPr>
        <p:txBody>
          <a:bodyPr>
            <a:noAutofit/>
          </a:bodyPr>
          <a:lstStyle/>
          <a:p>
            <a:pPr fontAlgn="auto">
              <a:spcBef>
                <a:spcPts val="400"/>
              </a:spcBef>
              <a:buFont typeface="Wingdings" panose="05000000000000000000" charset="0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持续集成测试概念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fontAlgn="auto">
              <a:spcBef>
                <a:spcPts val="400"/>
              </a:spcBef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持续集成测试主要内容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测试脚本录制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编写和处理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创建本地工作目录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节点连接操作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spcBef>
                <a:spcPts val="4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测试邮件解读和关注点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58515" y="1009650"/>
            <a:ext cx="7888605" cy="466979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1035" y="158751"/>
            <a:ext cx="10515600" cy="701674"/>
          </a:xfrm>
        </p:spPr>
        <p:txBody>
          <a:bodyPr/>
          <a:lstStyle/>
          <a:p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持续集成测试概念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590" y="711835"/>
            <a:ext cx="11387455" cy="52863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一、什么是持续集成？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定义：持续集成(Continuous Integration，CI)是软件开发DevOps(Development+Operations)中的一个概念，它强调的是软件开发和IT运维人员之间协作软件交付方式，以协作测试、打包和部署软件为核心，目的是增强软件版本的发版不规律和可靠性。越来越多的实践表明，持续集成自动化部署可提高软件部署的速度和稳定性。</a:t>
            </a:r>
            <a:endParaRPr lang="zh-CN" altLang="en-US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jinkens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持续集成工作原理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传统软件开发中，集成过程通常在项目结束时，将每个人完成的工作进行整合，整合通常需要数周或数月。在持续集成中，开发人员会频繁地向主干提交代码，这些新提交的代码首先经过编译和自动化测试验证，然后合并到主干。举个例子，一个开发人员在家里的笔记本电脑上编写代码，另一个开发人员在公司编写代码，两个人都将代码提交到仓库，集成系统将每个人提交的代码集成到软件主干，并测试构建后的软件是否按照预期的方式工作。持续集成过程如下图所示。</a:t>
            </a:r>
            <a:endParaRPr lang="zh-CN" altLang="en-US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7990" y="3580130"/>
            <a:ext cx="5591175" cy="304101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38200" y="253366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持续集成测试主要内容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4205" y="924560"/>
            <a:ext cx="10629900" cy="4826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 流程方面。优先保证回归测试，并逐步向系统测试、冒烟测试阶段延伸，最终达到全流程自动化；</a:t>
            </a: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 结果展示。更加丰富的结果展示、趋势分析、质量统计和分析等；</a:t>
            </a: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 问题定位。报错信息、日志更精准，方便问题复现与定位；</a:t>
            </a: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 结果校验。加强自动化校验能力，如增加断言，检查接口响应内容；</a:t>
            </a: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⑤ 代码覆盖率。尝试由目前的黑盒向白盒下探，提高代码覆盖率；</a:t>
            </a: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⑥ 性能需求。完善性能测试体系，通过自动化的手段监控接口性能指标是否正常。</a:t>
            </a: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38200" y="253366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测试脚本录制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编写和处理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关联处理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4205" y="924560"/>
            <a:ext cx="1062990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针对动态数据需要做关联处理，例如：账号的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信息、单据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、单据内部的表单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等，关联方式可以选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JsonPath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，也可以选正则表达式。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4515" y="1974850"/>
            <a:ext cx="9074150" cy="25590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488950" y="125096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测试脚本录制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编写和处理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检查点设置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8950" y="836930"/>
            <a:ext cx="10629900" cy="1116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针对接口响应需要添加断言，通过检查相关的响应内容来判断接口访问是否成功。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、在接口上添加检查点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断言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、设置检查内容。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38675" y="1141095"/>
            <a:ext cx="4489450" cy="812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8950" y="2041525"/>
            <a:ext cx="9912350" cy="467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488950" y="125096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测试脚本录制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编写和处理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检查点异常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8950" y="836930"/>
            <a:ext cx="10629900" cy="1768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当接口失败时，检查结果为不成功，那么聚合报告里面的异常就是失败的，需要添加断言结果监控组件来查看：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、在监听器中添加断言结果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查看检查点结果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、当接口异常时，断言结果显示失败的原因；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接口成功时，只显示接口名称和事务名称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右图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01050" y="4377690"/>
            <a:ext cx="2603500" cy="1327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8615" y="2801620"/>
            <a:ext cx="4044950" cy="1035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05375" y="1296035"/>
            <a:ext cx="5505450" cy="26352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87960" y="4170045"/>
            <a:ext cx="7753350" cy="2349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488950" y="125096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测试脚本录制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编写和处理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删除多余的请求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8950" y="836930"/>
            <a:ext cx="106299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脚本通过录制的方式，会有很多重复的请求；一般接口测试只覆盖主要的业务接口，其余的可以酌情删除。如下图：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7060" y="1391285"/>
            <a:ext cx="8301990" cy="511111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488950" y="125096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测试脚本录制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编写和处理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测试结果文件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8950" y="836930"/>
            <a:ext cx="106299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脚本聚合报告组件中添加一个写入结果的文件名称和路径，以便在自动执行后能生成一个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jtl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后缀的结果文件，复制粘贴即可：D:\ProgramFiles\_Jenkins\workspace\V5_SRM\log\read.jtl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6900" y="1702435"/>
            <a:ext cx="10299700" cy="33337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488950" y="125096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本地工作目录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8950" y="836930"/>
            <a:ext cx="10629900" cy="711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需要在本地电脑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盘根目录下创建如下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工作目录：D:\ProgramFiles\_Jenkins\workspace\V5_SRM；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1" indent="0" fontAlgn="t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上执行的脚本、处理工具和测试结果都是从本地工作目录里面获取。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9610" y="1731010"/>
            <a:ext cx="4502150" cy="1377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695950" y="1526540"/>
            <a:ext cx="4533900" cy="20891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88950" y="3968115"/>
            <a:ext cx="5067300" cy="14541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695950" y="3867150"/>
            <a:ext cx="5099050" cy="18923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735965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jinkens</a:t>
            </a:r>
            <a:r>
              <a:rPr lang="zh-CN" altLang="en-US"/>
              <a:t>链接：http://192.168.2.207:8080/；用自己的账号和密码登录。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0985" y="1301750"/>
            <a:ext cx="3295650" cy="2343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35095" y="1025525"/>
            <a:ext cx="5797550" cy="2895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0985" y="4011930"/>
            <a:ext cx="5187950" cy="25844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配置节点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735965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jinkens</a:t>
            </a:r>
            <a:r>
              <a:rPr lang="zh-CN" altLang="en-US"/>
              <a:t>链接：http://192.168.2.207:8080/；用自己的账号和密码登录。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4805" y="1302385"/>
            <a:ext cx="5848350" cy="4889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27800" y="1302385"/>
            <a:ext cx="4889500" cy="47053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设置定时触发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735965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语法规则：MIN(0-59分)   Hour(0-23时)  Dom(1-31天)  MONTH(1-12月)  DOW(0-7星期) 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6550" y="1216660"/>
            <a:ext cx="4730750" cy="4749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607050" y="1193800"/>
            <a:ext cx="4889500" cy="44704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执行步骤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962025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添加两个</a:t>
            </a:r>
            <a:r>
              <a:rPr lang="en-US" altLang="zh-CN"/>
              <a:t>CMD</a:t>
            </a:r>
            <a:r>
              <a:rPr lang="zh-CN" altLang="en-US"/>
              <a:t>命令执行脚本和处理结果等操作，具体如下图所示： 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1751330"/>
            <a:ext cx="6197600" cy="3663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53200" y="2748915"/>
            <a:ext cx="4737100" cy="2292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985635" y="1390015"/>
            <a:ext cx="3733800" cy="13589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自动发送结果邮件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endParaRPr lang="en-US" altLang="zh-CN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733425"/>
            <a:ext cx="12191365" cy="612521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自动发送结果邮件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683260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邮件正文内容需要修改成自己的项目和个人信息</a:t>
            </a:r>
            <a:r>
              <a:rPr lang="zh-CN" altLang="en-US"/>
              <a:t>，具体修改点如下图所示： 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8120" y="1197610"/>
            <a:ext cx="7854950" cy="5397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自动发送结果邮件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</a:t>
            </a:r>
            <a:endParaRPr lang="zh-CN" altLang="en-US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683260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邮件正文内容需要修改成自己的项目和个人信息</a:t>
            </a:r>
            <a:r>
              <a:rPr lang="zh-CN" altLang="en-US"/>
              <a:t>，具体修改点如下图所示： 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0985" y="1301115"/>
            <a:ext cx="6121400" cy="47942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节点连接操作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endParaRPr lang="en-US" altLang="zh-CN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683260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210675" y="682625"/>
            <a:ext cx="2896870" cy="2301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0985" y="683260"/>
            <a:ext cx="8864600" cy="57023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节点连接操作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endParaRPr lang="en-US" altLang="zh-CN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683260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双击</a:t>
            </a:r>
            <a:r>
              <a:rPr lang="en-US" altLang="zh-CN"/>
              <a:t>bat</a:t>
            </a:r>
            <a:r>
              <a:rPr lang="zh-CN" altLang="en-US"/>
              <a:t>文件运行，节点连接成功。 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6075" y="1489710"/>
            <a:ext cx="5607050" cy="4667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76645" y="1602740"/>
            <a:ext cx="5453380" cy="45542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953125" y="167640"/>
            <a:ext cx="5257800" cy="14351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Jinkens</a:t>
            </a: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节点连接操作</a:t>
            </a:r>
            <a:r>
              <a:rPr lang="en-US" altLang="zh-CN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</a:t>
            </a:r>
            <a:endParaRPr lang="en-US" altLang="zh-CN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683260"/>
            <a:ext cx="10235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节点连接成功后，执行刚刚创建的项目。 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7685" y="1441450"/>
            <a:ext cx="6140450" cy="3975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092950" y="1325245"/>
            <a:ext cx="3543300" cy="23368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0650" y="1"/>
            <a:ext cx="10515600" cy="799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spcBef>
                <a:spcPts val="400"/>
              </a:spcBef>
              <a:buClrTx/>
              <a:buSzTx/>
              <a:buFont typeface="Wingdings" panose="05000000000000000000" charset="0"/>
            </a:pPr>
            <a:r>
              <a:rPr lang="zh-CN" altLang="en-US" sz="35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测试邮件解读和关注点</a:t>
            </a:r>
            <a:endParaRPr lang="en-US" altLang="zh-CN" sz="35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2095" y="690245"/>
            <a:ext cx="9636760" cy="5969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79172" y="2449286"/>
            <a:ext cx="83928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谢  谢！</a:t>
            </a:r>
            <a:endParaRPr lang="zh-CN" altLang="en-US" sz="8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COMMONDATA" val="eyJoZGlkIjoiYjdjZjc1ZGZhZDc5ZDFkNGI5NzcxN2FlYzNmYmY3YW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1877</Words>
  <Application>WPS 演示</Application>
  <PresentationFormat>宽屏</PresentationFormat>
  <Paragraphs>121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Arial Unicode MS</vt:lpstr>
      <vt:lpstr>微软雅黑</vt:lpstr>
      <vt:lpstr>Wingdings</vt:lpstr>
      <vt:lpstr>Calibri</vt:lpstr>
      <vt:lpstr>Office 主题</vt:lpstr>
      <vt:lpstr>性能测试培训</vt:lpstr>
      <vt:lpstr>                                  目录</vt:lpstr>
      <vt:lpstr>性能测试概念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决战京城</cp:lastModifiedBy>
  <cp:revision>71</cp:revision>
  <dcterms:created xsi:type="dcterms:W3CDTF">2023-01-09T02:30:54Z</dcterms:created>
  <dcterms:modified xsi:type="dcterms:W3CDTF">2023-01-09T09:45:07Z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9AC6BB4DD8674581B733034156D52D00</vt:lpwstr>
  </property>
  <property fmtid="{D5CDD505-2E9C-101B-9397-08002B2CF9AE}" pid="3" name="KSOProductBuildVer">
    <vt:lpwstr>2052-11.1.0.12980</vt:lpwstr>
  </property>
</Properties>
</file>